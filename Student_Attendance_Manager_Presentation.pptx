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Student Attendance Manager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C++ Project Explanation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Project Introduction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This program manages student attendance records using C++.</a:t>
            </a:r>
          </a:p>
          <a:p>
            <a:r>
              <a:t>Add student details</a:t>
            </a:r>
          </a:p>
          <a:p>
            <a:r>
              <a:t>Display all students</a:t>
            </a:r>
          </a:p>
          <a:p>
            <a:r>
              <a:t>Search student by roll number</a:t>
            </a:r>
          </a:p>
          <a:p>
            <a:r>
              <a:t>Menu-driven program using vectors and classes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Header Files Used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#include &lt;iostream&gt; → Input and output operations</a:t>
            </a:r>
          </a:p>
          <a:p>
            <a:r>
              <a:t>#include &lt;vector&gt; → Dynamic array storage</a:t>
            </a:r>
          </a:p>
          <a:p>
            <a:r>
              <a:t>#include &lt;string&gt; → String handling</a:t>
            </a:r>
          </a:p>
          <a:p>
            <a:r>
              <a:t>#include &lt;iomanip&gt; → Formatting output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Student Class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The Student class stores student information.</a:t>
            </a:r>
          </a:p>
          <a:p>
            <a:r>
              <a:t>rollNo → Stores roll number</a:t>
            </a:r>
          </a:p>
          <a:p>
            <a:r>
              <a:t>name → Stores student name</a:t>
            </a:r>
          </a:p>
          <a:p>
            <a:r>
              <a:t>attendance → Stores attendance percentage</a:t>
            </a:r>
          </a:p>
          <a:p>
            <a:r>
              <a:t>Contains input() and display() functions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input() Function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Used to take student details from the user.</a:t>
            </a:r>
          </a:p>
          <a:p>
            <a:r>
              <a:t>Reads roll number using cin</a:t>
            </a:r>
          </a:p>
          <a:p>
            <a:r>
              <a:t>Uses getline() for full student name</a:t>
            </a:r>
          </a:p>
          <a:p>
            <a:r>
              <a:t>Takes attendance percentage</a:t>
            </a:r>
          </a:p>
          <a:p>
            <a:r>
              <a:t>Stores all values in class variables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display() Function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Displays student details in table format.</a:t>
            </a:r>
          </a:p>
          <a:p>
            <a:r>
              <a:t>Uses setw() for alignment</a:t>
            </a:r>
          </a:p>
          <a:p>
            <a:r>
              <a:t>Prints roll number, name, and attendance</a:t>
            </a:r>
          </a:p>
          <a:p>
            <a:r>
              <a:t>Makes output neat and readable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Vector in Main Function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vector&lt;Student&gt; students is used to store records.</a:t>
            </a:r>
          </a:p>
          <a:p>
            <a:r>
              <a:t>Dynamic storage of student objects</a:t>
            </a:r>
          </a:p>
          <a:p>
            <a:r>
              <a:t>push_back() adds new student</a:t>
            </a:r>
          </a:p>
          <a:p>
            <a:r>
              <a:t>Easy iteration using loops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Menu Driven Program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The program uses a do-while loop for menu operations.</a:t>
            </a:r>
          </a:p>
          <a:p>
            <a:r>
              <a:t>1 → Add Student</a:t>
            </a:r>
          </a:p>
          <a:p>
            <a:r>
              <a:t>2 → Display Students</a:t>
            </a:r>
          </a:p>
          <a:p>
            <a:r>
              <a:t>3 → Search Student</a:t>
            </a:r>
          </a:p>
          <a:p>
            <a:r>
              <a:t>4 → Exit Program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Search Student Function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Searches student using roll number.</a:t>
            </a:r>
          </a:p>
          <a:p>
            <a:r>
              <a:t>Takes roll number as input</a:t>
            </a:r>
          </a:p>
          <a:p>
            <a:r>
              <a:t>Loops through vector records</a:t>
            </a:r>
          </a:p>
          <a:p>
            <a:r>
              <a:t>Displays matching student details</a:t>
            </a:r>
          </a:p>
          <a:p>
            <a:r>
              <a:t>Shows 'Student not found' if absent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Advantages of the Project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Simple and beginner-friendly project.</a:t>
            </a:r>
          </a:p>
          <a:p>
            <a:r>
              <a:t>Uses Object Oriented Programming</a:t>
            </a:r>
          </a:p>
          <a:p>
            <a:r>
              <a:t>Easy to understand and modify</a:t>
            </a:r>
          </a:p>
          <a:p>
            <a:r>
              <a:t>Improves data management skills</a:t>
            </a:r>
          </a:p>
          <a:p>
            <a:r>
              <a:t>Useful for attendance tracking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The Student Attendance Manager demonstrates:</a:t>
            </a:r>
          </a:p>
          <a:p>
            <a:r>
              <a:t>Classes and Objects</a:t>
            </a:r>
          </a:p>
          <a:p>
            <a:r>
              <a:t>Functions in C++</a:t>
            </a:r>
          </a:p>
          <a:p>
            <a:r>
              <a:t>Vectors for data storage</a:t>
            </a:r>
          </a:p>
          <a:p>
            <a:r>
              <a:t>Menu-driven programming concepts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